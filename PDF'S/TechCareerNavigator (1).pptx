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6400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914400"/>
            <a:ext cx="6400800" cy="16459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188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Career Navigator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54480" y="2240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Career Guidance &amp; Learning Roadmap System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Technology Students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3474720"/>
            <a:ext cx="6400800" cy="27432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36118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 ·  BCA  ·  BSc Computer Science  ·  MCA  ·  Diploma in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2024–25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931920" cy="3749040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3749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B.Tech, BCA, and BSc CS often struggle to figure out which subjects matter, which career path to take, and what skills industry actually expects from them.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confusion leads to wasted time and students graduating without the right preparation.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3931920" cy="3749040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960120"/>
            <a:ext cx="73152" cy="3749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789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572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Collects student course &amp; semester info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21671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Identifies important subjects for IT careers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7614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Helps students pick the right career path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33558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Generates a personalized learning roadmap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9502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Assigns daily tasks for consistent progress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87552"/>
            <a:ext cx="416052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76072" y="1152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Wrong Priorities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" y="158191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spend time on irrelevant subjects instead of focusing on skills that the IT industry actually requires.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8755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987552"/>
            <a:ext cx="416052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10912" y="1152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Clear Roadmap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10912" y="158191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structured path that tells a student what to learn, in what order, and for which career.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90779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07792"/>
            <a:ext cx="416052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76072" y="30723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Confusion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6072" y="350215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unsure which technology field — Web Dev, AI, Cyber Security — suits their interests.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90779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907792"/>
            <a:ext cx="416052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10912" y="30723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Lack of Consistency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10912" y="350215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daily goals or a tracker, students lose momentum and fall behind during their college years.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of the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33272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technology students understand which subjects are most important for IT careers.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18488"/>
            <a:ext cx="8321040" cy="27432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83794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562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students in selecting the right career path based on their interests.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8321040" cy="27432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2642616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6090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structured, step-by-step learning roadmap for the selected career.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227832"/>
            <a:ext cx="8321040" cy="27432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3447288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46557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daily learning tasks that help students stay consistent.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4032504"/>
            <a:ext cx="8321040" cy="27432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425196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2702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student progress as they complete roadmap tasks.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of the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Programs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8321040" cy="27432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508760"/>
            <a:ext cx="54864" cy="34747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130552"/>
            <a:ext cx="54864" cy="34747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305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752344"/>
            <a:ext cx="54864" cy="34747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52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Computer Science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374136"/>
            <a:ext cx="54864" cy="34747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3741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995928"/>
            <a:ext cx="54864" cy="34747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95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27432" cy="38404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Paths Covered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11480" y="1389888"/>
            <a:ext cx="8321040" cy="27432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1508760"/>
            <a:ext cx="54864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2130552"/>
            <a:ext cx="54864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130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/ Machine Learning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2752344"/>
            <a:ext cx="54864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7523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3374136"/>
            <a:ext cx="54864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3741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00600" y="3995928"/>
            <a:ext cx="54864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9959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96012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44168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44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344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runtime environment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819656"/>
            <a:ext cx="832104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196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18196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framework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295144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951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29514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770632"/>
            <a:ext cx="832104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70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27706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 &amp; query manager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246120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Parser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3246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parsing middleware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721608"/>
            <a:ext cx="832104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21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17520" y="3721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&amp; debugging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4197096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970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0" y="41970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 in Node.js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960120"/>
            <a:ext cx="749808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25880" y="1097280"/>
            <a:ext cx="27432" cy="53035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 (Frontend)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— Registration, Profiles, Roadmaps, Tasks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764792"/>
            <a:ext cx="274320" cy="10972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10" name="Shape 8"/>
          <p:cNvSpPr/>
          <p:nvPr/>
        </p:nvSpPr>
        <p:spPr>
          <a:xfrm>
            <a:off x="4407408" y="1856232"/>
            <a:ext cx="329184" cy="54864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11" name="Shape 9"/>
          <p:cNvSpPr/>
          <p:nvPr/>
        </p:nvSpPr>
        <p:spPr>
          <a:xfrm>
            <a:off x="4462272" y="1892808"/>
            <a:ext cx="219456" cy="36576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947672"/>
            <a:ext cx="7498080" cy="804672"/>
          </a:xfrm>
          <a:prstGeom prst="rect">
            <a:avLst/>
          </a:prstGeom>
          <a:solidFill>
            <a:srgbClr val="2E86A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94767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25880" y="2084832"/>
            <a:ext cx="27432" cy="53035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2039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Layer (Express.js)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4048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— Auth, Profiles, Subjects, Roadmaps, Tasks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2752344"/>
            <a:ext cx="274320" cy="10972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18" name="Shape 16"/>
          <p:cNvSpPr/>
          <p:nvPr/>
        </p:nvSpPr>
        <p:spPr>
          <a:xfrm>
            <a:off x="4407408" y="2843784"/>
            <a:ext cx="329184" cy="54864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19" name="Shape 17"/>
          <p:cNvSpPr/>
          <p:nvPr/>
        </p:nvSpPr>
        <p:spPr>
          <a:xfrm>
            <a:off x="4462272" y="2880360"/>
            <a:ext cx="219456" cy="36576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2935224"/>
            <a:ext cx="74980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93522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325880" y="3072384"/>
            <a:ext cx="27432" cy="530352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30266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Logic Layer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33924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Analysis  ·  Career Mapping  ·  Roadmap Engine  ·  Progress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3739896"/>
            <a:ext cx="274320" cy="10972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26" name="Shape 24"/>
          <p:cNvSpPr/>
          <p:nvPr/>
        </p:nvSpPr>
        <p:spPr>
          <a:xfrm>
            <a:off x="4407408" y="3831336"/>
            <a:ext cx="329184" cy="54864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27" name="Shape 25"/>
          <p:cNvSpPr/>
          <p:nvPr/>
        </p:nvSpPr>
        <p:spPr>
          <a:xfrm>
            <a:off x="4462272" y="3867912"/>
            <a:ext cx="219456" cy="36576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3922776"/>
            <a:ext cx="7498080" cy="804672"/>
          </a:xfrm>
          <a:prstGeom prst="rect">
            <a:avLst/>
          </a:prstGeom>
          <a:solidFill>
            <a:srgbClr val="EDF3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92277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325880" y="4059936"/>
            <a:ext cx="27432" cy="530352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31" name="Text 29"/>
          <p:cNvSpPr/>
          <p:nvPr/>
        </p:nvSpPr>
        <p:spPr>
          <a:xfrm>
            <a:off x="1463040" y="40142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Layer (MySQL)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63040" y="437997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 ·  Profiles  ·  Subjects  ·  Roadmaps  ·  Tasks  ·  Progress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97480" cy="1051560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9496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960120"/>
            <a:ext cx="2697480" cy="1051560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65576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65576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960120"/>
            <a:ext cx="2697480" cy="1051560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91656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Profile Setup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258568"/>
            <a:ext cx="2697480" cy="1051560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3500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9496" y="27614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Input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2258568"/>
            <a:ext cx="2697480" cy="1051560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5576" y="23500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65576" y="27614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Analysis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258568"/>
            <a:ext cx="2697480" cy="1051560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23500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91656" y="27614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Field Selection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557016"/>
            <a:ext cx="269748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36484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" y="40599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Generation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37560" y="3557016"/>
            <a:ext cx="269748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65576" y="36484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465576" y="40599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 Assignment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3557016"/>
            <a:ext cx="269748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1656" y="36484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91656" y="40599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64008" cy="11430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5270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and login system for all students.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960120"/>
            <a:ext cx="64008" cy="11430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Profile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5192" y="15270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enter their course and semester details.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31343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313432"/>
            <a:ext cx="64008" cy="11430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423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" y="2880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identifies which subjects are relevant for IT careers.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31343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313432"/>
            <a:ext cx="64008" cy="11430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2423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Selection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65192" y="2880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choose their preferred technology career field.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666744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666744"/>
            <a:ext cx="64008" cy="11430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7764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Generation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" y="42336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personalised step-by-step learning roadmap.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666744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666744"/>
            <a:ext cx="64008" cy="11430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1" name="Text 29"/>
          <p:cNvSpPr/>
          <p:nvPr/>
        </p:nvSpPr>
        <p:spPr>
          <a:xfrm>
            <a:off x="4965192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37764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Tasks &amp; Progress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65192" y="42336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tasks are assigned and progress is tracked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0690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607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" y="1408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·  name  ·  email  ·  password  ·  created_at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975104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0482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Student_Profile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·  user_id  ·  course  ·  semester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62656"/>
            <a:ext cx="40690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·  user_id  ·  subject_name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950208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Career_Choice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" y="4370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·  user_id  ·  career_field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987552"/>
            <a:ext cx="40690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10607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65192" y="1408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·  career_field  ·  step_number  ·  step_description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975104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0482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Daily_Tasks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65192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·  user_id  ·  task_description  ·  status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962656"/>
            <a:ext cx="4069080" cy="804672"/>
          </a:xfrm>
          <a:prstGeom prst="rect">
            <a:avLst/>
          </a:prstGeom>
          <a:solidFill>
            <a:srgbClr val="EAF2FB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·  user_id  ·  completed_tasks  ·  total_tasks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960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03320" y="9601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83210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07592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1371600"/>
            <a:ext cx="685800" cy="2468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37160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1307592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/api/register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1700784"/>
            <a:ext cx="8321040" cy="374904"/>
          </a:xfrm>
          <a:prstGeom prst="rect">
            <a:avLst/>
          </a:prstGeom>
          <a:solidFill>
            <a:srgbClr val="EAF2FB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764792"/>
            <a:ext cx="685800" cy="2468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764792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1700784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/api/login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093976"/>
            <a:ext cx="83210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093976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2157984"/>
            <a:ext cx="685800" cy="2468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215798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03320" y="2093976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/api/profile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2487168"/>
            <a:ext cx="8321040" cy="374904"/>
          </a:xfrm>
          <a:prstGeom prst="rect">
            <a:avLst/>
          </a:prstGeom>
          <a:solidFill>
            <a:srgbClr val="EAF2FB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1760" y="2551176"/>
            <a:ext cx="685800" cy="2468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2551176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03320" y="2487168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/api/profile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2880360"/>
            <a:ext cx="83210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880360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51760" y="2944368"/>
            <a:ext cx="685800" cy="2468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9" name="Text 27"/>
          <p:cNvSpPr/>
          <p:nvPr/>
        </p:nvSpPr>
        <p:spPr>
          <a:xfrm>
            <a:off x="2651760" y="294436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03320" y="2880360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/api/subjects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3273552"/>
            <a:ext cx="8321040" cy="374904"/>
          </a:xfrm>
          <a:prstGeom prst="rect">
            <a:avLst/>
          </a:prstGeom>
          <a:solidFill>
            <a:srgbClr val="EAF2FB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3337560"/>
            <a:ext cx="685800" cy="2468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3" name="Text 31"/>
          <p:cNvSpPr/>
          <p:nvPr/>
        </p:nvSpPr>
        <p:spPr>
          <a:xfrm>
            <a:off x="2651760" y="33375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03320" y="3273552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/api/subjects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" y="3666744"/>
            <a:ext cx="83210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666744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Career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51760" y="3730752"/>
            <a:ext cx="685800" cy="2468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8" name="Text 36"/>
          <p:cNvSpPr/>
          <p:nvPr/>
        </p:nvSpPr>
        <p:spPr>
          <a:xfrm>
            <a:off x="2651760" y="3730752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03320" y="3666744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/api/analyze-subjects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1480" y="4059936"/>
            <a:ext cx="8321040" cy="374904"/>
          </a:xfrm>
          <a:prstGeom prst="rect">
            <a:avLst/>
          </a:prstGeom>
          <a:solidFill>
            <a:srgbClr val="EAF2FB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51760" y="4123944"/>
            <a:ext cx="685800" cy="2468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2" name="Text 40"/>
          <p:cNvSpPr/>
          <p:nvPr/>
        </p:nvSpPr>
        <p:spPr>
          <a:xfrm>
            <a:off x="2651760" y="412394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03320" y="4059936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/api/career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11480" y="4453128"/>
            <a:ext cx="83210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5312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Tasks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651760" y="4517136"/>
            <a:ext cx="685800" cy="2468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7" name="Text 45"/>
          <p:cNvSpPr/>
          <p:nvPr/>
        </p:nvSpPr>
        <p:spPr>
          <a:xfrm>
            <a:off x="2651760" y="4517136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03320" y="4453128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/api/roadmap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11480" y="4846320"/>
            <a:ext cx="8321040" cy="374904"/>
          </a:xfrm>
          <a:prstGeom prst="rect">
            <a:avLst/>
          </a:prstGeom>
          <a:solidFill>
            <a:srgbClr val="EAF2FB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51760" y="4910328"/>
            <a:ext cx="685800" cy="2468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1" name="Text 49"/>
          <p:cNvSpPr/>
          <p:nvPr/>
        </p:nvSpPr>
        <p:spPr>
          <a:xfrm>
            <a:off x="2651760" y="491032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703320" y="4846320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11480" y="5239512"/>
            <a:ext cx="83210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51760" y="5303520"/>
            <a:ext cx="685800" cy="2468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5" name="Text 53"/>
          <p:cNvSpPr/>
          <p:nvPr/>
        </p:nvSpPr>
        <p:spPr>
          <a:xfrm>
            <a:off x="2651760" y="530352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703320" y="5239512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/api/tasks/complete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&amp; Future Enhancements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8321040" cy="27432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81328"/>
            <a:ext cx="201168" cy="20116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630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students avoid confusion in early college years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075688"/>
            <a:ext cx="201168" cy="20116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0574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structured and personalised career guidance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70048"/>
            <a:ext cx="201168" cy="20116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517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consistent daily learning habits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264408"/>
            <a:ext cx="201168" cy="20116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246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students on industry-relevant skills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858768"/>
            <a:ext cx="201168" cy="20116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8404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progress to keep students motivated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27432" cy="38404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8321040" cy="27432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1481328"/>
            <a:ext cx="201168" cy="20116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14630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career recommendation engine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2075688"/>
            <a:ext cx="201168" cy="20116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138928" y="20574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 and analysis tool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2670048"/>
            <a:ext cx="201168" cy="20116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138928" y="26517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internship recommendations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3264408"/>
            <a:ext cx="201168" cy="20116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32461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learning resources integration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3858768"/>
            <a:ext cx="201168" cy="20116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138928" y="38404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community and mentorship network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046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91440" cy="4160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583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8321040" cy="27432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7406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Career Navigator is a career guidance system designed to assist technology students in making informed decisions about their academic and professional paths.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analysing student data and generating personalised learning roadmaps, the platform helps students focus on the right subjects and skills needed for a successful career in the IT industry.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aims to reduce confusion, encourage consistency, and give every student a clear direction forward.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Career Navigator  —  Career Guidance &amp; Roadmap System for Technology Students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Career Navigator</dc:title>
  <dc:subject>PptxGenJS Presentation</dc:subject>
  <dc:creator>PptxGenJS</dc:creator>
  <cp:lastModifiedBy>PptxGenJS</cp:lastModifiedBy>
  <cp:revision>1</cp:revision>
  <dcterms:created xsi:type="dcterms:W3CDTF">2026-03-08T14:59:00Z</dcterms:created>
  <dcterms:modified xsi:type="dcterms:W3CDTF">2026-03-08T14:59:00Z</dcterms:modified>
</cp:coreProperties>
</file>