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8523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7432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7432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7432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7724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77724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77724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8016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28016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128016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8308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8308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1783080"/>
            <a:ext cx="128016" cy="128016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91840"/>
            <a:ext cx="3108960" cy="54864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3716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</a:t>
            </a:r>
            <a:endParaRPr lang="en-US" sz="3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Finder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0040" y="3520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06240" y="1280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Internship Discovery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Application Platform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06240" y="2560320"/>
            <a:ext cx="502920" cy="548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React.js  ·  Node.js  ·  MySQL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06240" y="34747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6240" y="354787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206240" y="41879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79008" y="34747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79008" y="354787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779008" y="41879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51776" y="3474720"/>
            <a:ext cx="1417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51776" y="354787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351776" y="41879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this platform?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16052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80160"/>
            <a:ext cx="502920" cy="10789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716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Listings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spread across many unrelated platforms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416052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80160"/>
            <a:ext cx="502920" cy="10789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8016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3716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783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startups can't reach the right student talent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514600"/>
            <a:ext cx="416052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514600"/>
            <a:ext cx="502920" cy="10789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1460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606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Tracking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lose track of where they've applied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514600"/>
            <a:ext cx="416052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514600"/>
            <a:ext cx="502920" cy="10789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51460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606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Search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wasted browsing multiple disconnected sites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749040"/>
            <a:ext cx="416052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749040"/>
            <a:ext cx="502920" cy="10789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7490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Communication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251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channel between recruiters and applicants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749040"/>
            <a:ext cx="416052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749040"/>
            <a:ext cx="502920" cy="10789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7490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Hub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94960" y="42519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internships remain largely invisible to students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sets out to achieve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100584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33272" y="1645920"/>
            <a:ext cx="27432" cy="3200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4630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centralized platform for internship discovery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160520" cy="100584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65192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2392" y="1645920"/>
            <a:ext cx="27432" cy="3200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0408" y="14630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companies to post and manage internship opportunities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4160520" cy="100584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33272" y="2834640"/>
            <a:ext cx="27432" cy="3200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26517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students to search, browse, and apply with ease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514600"/>
            <a:ext cx="4160520" cy="100584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65192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2392" y="2834640"/>
            <a:ext cx="27432" cy="3200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26517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authentication with role-based access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703320"/>
            <a:ext cx="4160520" cy="100584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33272" y="4023360"/>
            <a:ext cx="27432" cy="3200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38404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organized internship and application records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3703320"/>
            <a:ext cx="4160520" cy="100584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65192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22392" y="4023360"/>
            <a:ext cx="27432" cy="3200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38404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user-friendly interface for all stakeholders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roles with tailored feature sets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697480" cy="7772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" y="2185416"/>
            <a:ext cx="91440" cy="91440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" y="2660904"/>
            <a:ext cx="91440" cy="91440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786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" y="3136392"/>
            <a:ext cx="91440" cy="91440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5409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Internships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" y="3611880"/>
            <a:ext cx="91440" cy="91440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95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Internship Details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" y="4087368"/>
            <a:ext cx="91440" cy="91440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050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" y="4562856"/>
            <a:ext cx="91440" cy="91440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12801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280160"/>
            <a:ext cx="2697480" cy="777240"/>
          </a:xfrm>
          <a:prstGeom prst="rect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2801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Company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64992" y="2185416"/>
            <a:ext cx="91440" cy="91440"/>
          </a:xfrm>
          <a:prstGeom prst="ellipse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1031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64992" y="2660904"/>
            <a:ext cx="91440" cy="91440"/>
          </a:xfrm>
          <a:prstGeom prst="ellipse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5786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Company Profile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64992" y="3136392"/>
            <a:ext cx="91440" cy="91440"/>
          </a:xfrm>
          <a:prstGeom prst="ellipse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05409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Internships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64992" y="3611880"/>
            <a:ext cx="91440" cy="91440"/>
          </a:xfrm>
          <a:prstGeom prst="ellipse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5295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Applicants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64992" y="4087368"/>
            <a:ext cx="91440" cy="91440"/>
          </a:xfrm>
          <a:prstGeom prst="ellipse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40050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Listings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64992" y="4562856"/>
            <a:ext cx="91440" cy="91440"/>
          </a:xfrm>
          <a:prstGeom prst="ellipse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4805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Application Status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80760" y="12801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1280160"/>
            <a:ext cx="2697480" cy="7772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2801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45352" y="2185416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1031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45352" y="2660904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25786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Postings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45352" y="3136392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05409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Fraudulent Listings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45352" y="3611880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35295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Oversight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45352" y="4087368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00507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Data Control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45352" y="4562856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44805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— Presentation · Application ·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7315200" cy="9875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325880"/>
            <a:ext cx="685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1856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HTML5  ·  CSS3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508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&amp; all client interactions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3134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2496312"/>
            <a:ext cx="6949440" cy="987552"/>
          </a:xfrm>
          <a:prstGeom prst="rect">
            <a:avLst/>
          </a:prstGeom>
          <a:solidFill>
            <a:srgbClr val="F4A74B"/>
          </a:solidFill>
          <a:ln w="12700">
            <a:solidFill>
              <a:srgbClr val="F4A74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440" y="2496312"/>
            <a:ext cx="685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65960" y="25877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30266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  ·  REST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67919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routing &amp; authentication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4838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3666744"/>
            <a:ext cx="6583680" cy="98755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17320" y="3666744"/>
            <a:ext cx="685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148840" y="37581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48840" y="41970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·  Relational Schema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84962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all system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773168"/>
            <a:ext cx="7315200" cy="256032"/>
          </a:xfrm>
          <a:prstGeom prst="rect">
            <a:avLst/>
          </a:prstGeom>
          <a:solidFill>
            <a:srgbClr val="FCE8E4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773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communication via REST APIs (JSON/HTTP)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interface powering the entire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206240" cy="38404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82496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46504"/>
            <a:ext cx="548640" cy="256032"/>
          </a:xfrm>
          <a:prstGeom prst="rect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46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17465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/api/auth/register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206240" cy="402336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67128"/>
            <a:ext cx="548640" cy="256032"/>
          </a:xfrm>
          <a:prstGeom prst="rect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671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" y="21671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4206240" cy="384048"/>
          </a:xfrm>
          <a:prstGeom prst="rect">
            <a:avLst/>
          </a:prstGeom>
          <a:solidFill>
            <a:srgbClr val="F4A74B"/>
          </a:solidFill>
          <a:ln w="12700">
            <a:solidFill>
              <a:srgbClr val="F4A7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52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136392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0" cy="256032"/>
          </a:xfrm>
          <a:prstGeom prst="rect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32004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/api/applications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557016"/>
            <a:ext cx="4206240" cy="402336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21024"/>
            <a:ext cx="548640" cy="256032"/>
          </a:xfrm>
          <a:prstGeom prst="rect">
            <a:avLst/>
          </a:prstGeom>
          <a:solidFill>
            <a:srgbClr val="3A9B6F"/>
          </a:solidFill>
          <a:ln w="12700">
            <a:solidFill>
              <a:srgbClr val="3A9B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210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36210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/api/applications/student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41648"/>
            <a:ext cx="548640" cy="256032"/>
          </a:xfrm>
          <a:prstGeom prst="rect">
            <a:avLst/>
          </a:prstGeom>
          <a:solidFill>
            <a:srgbClr val="3A9B6F"/>
          </a:solidFill>
          <a:ln w="12700">
            <a:solidFill>
              <a:srgbClr val="3A9B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41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0416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/api/applications/company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1298448"/>
            <a:ext cx="4206240" cy="384048"/>
          </a:xfrm>
          <a:prstGeom prst="rect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00600" y="1682496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1746504"/>
            <a:ext cx="548640" cy="256032"/>
          </a:xfrm>
          <a:prstGeom prst="rect">
            <a:avLst/>
          </a:prstGeom>
          <a:solidFill>
            <a:srgbClr val="3A9B6F"/>
          </a:solidFill>
          <a:ln w="12700">
            <a:solidFill>
              <a:srgbClr val="3A9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746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13832" y="17465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/api/internships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2103120"/>
            <a:ext cx="4206240" cy="402336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2167128"/>
            <a:ext cx="548640" cy="256032"/>
          </a:xfrm>
          <a:prstGeom prst="rect">
            <a:avLst/>
          </a:prstGeom>
          <a:solidFill>
            <a:srgbClr val="3A9B6F"/>
          </a:solidFill>
          <a:ln w="12700">
            <a:solidFill>
              <a:srgbClr val="3A9B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21671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13832" y="21671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/api/internships/:id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2523744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2587752"/>
            <a:ext cx="548640" cy="256032"/>
          </a:xfrm>
          <a:prstGeom prst="rect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5877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13832" y="25877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/api/internships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2944368"/>
            <a:ext cx="4206240" cy="402336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92040" y="3008376"/>
            <a:ext cx="548640" cy="256032"/>
          </a:xfrm>
          <a:prstGeom prst="rect">
            <a:avLst/>
          </a:prstGeom>
          <a:solidFill>
            <a:srgbClr val="C23D26"/>
          </a:solidFill>
          <a:ln w="12700">
            <a:solidFill>
              <a:srgbClr val="C23D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0083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13832" y="30083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/api/internships/:id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00600" y="3593592"/>
            <a:ext cx="4206240" cy="3840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5935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800600" y="3977640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92040" y="4041648"/>
            <a:ext cx="548640" cy="256032"/>
          </a:xfrm>
          <a:prstGeom prst="rect">
            <a:avLst/>
          </a:prstGeom>
          <a:solidFill>
            <a:srgbClr val="3A9B6F"/>
          </a:solidFill>
          <a:ln w="12700">
            <a:solidFill>
              <a:srgbClr val="3A9B6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041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0416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/api/admin/users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800600" y="4398264"/>
            <a:ext cx="4206240" cy="402336"/>
          </a:xfrm>
          <a:prstGeom prst="rect">
            <a:avLst/>
          </a:prstGeom>
          <a:solidFill>
            <a:srgbClr val="FAF6F1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92040" y="4462272"/>
            <a:ext cx="548640" cy="256032"/>
          </a:xfrm>
          <a:prstGeom prst="rect">
            <a:avLst/>
          </a:prstGeom>
          <a:solidFill>
            <a:srgbClr val="C23D26"/>
          </a:solidFill>
          <a:ln w="12700">
            <a:solidFill>
              <a:srgbClr val="C23D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4462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13832" y="44622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/api/admin/users/:id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Technologies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Mechanisms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36576"/>
          </a:xfrm>
          <a:prstGeom prst="rect">
            <a:avLst/>
          </a:prstGeom>
          <a:solidFill>
            <a:srgbClr val="EAE0D8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0136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&amp; hashed — never stored plain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6712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🪙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16712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597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sessions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2549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82549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11810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Company / Admin scopes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8386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4838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Routes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7764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Middleware-protected endpoints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4223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414223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4348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sanitization on all inputs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36576" cy="3840480"/>
          </a:xfrm>
          <a:prstGeom prst="rect">
            <a:avLst/>
          </a:prstGeom>
          <a:solidFill>
            <a:srgbClr val="EAE0D8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1417320"/>
            <a:ext cx="3840480" cy="36576"/>
          </a:xfrm>
          <a:prstGeom prst="rect">
            <a:avLst/>
          </a:prstGeom>
          <a:solidFill>
            <a:srgbClr val="EAE0D8"/>
          </a:solidFill>
          <a:ln w="12700">
            <a:solidFill>
              <a:srgbClr val="EAE0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1572768"/>
            <a:ext cx="73152" cy="54864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15727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02352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HTML5  ·  CSS3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487168"/>
            <a:ext cx="73152" cy="548640"/>
          </a:xfrm>
          <a:prstGeom prst="rect">
            <a:avLst/>
          </a:prstGeom>
          <a:solidFill>
            <a:srgbClr val="3A7D9B"/>
          </a:solidFill>
          <a:ln w="12700">
            <a:solidFill>
              <a:srgbClr val="3A7D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352" y="2487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02352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Express.js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401568"/>
            <a:ext cx="73152" cy="54864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4015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02352" y="3675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4315968"/>
            <a:ext cx="73152" cy="548640"/>
          </a:xfrm>
          <a:prstGeom prst="rect">
            <a:avLst/>
          </a:prstGeom>
          <a:solidFill>
            <a:srgbClr val="F4A74B"/>
          </a:solidFill>
          <a:ln w="12700">
            <a:solidFill>
              <a:srgbClr val="F4A7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4315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02352" y="4590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Git &amp; GitHub  ·  VS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182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 for the next version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325880"/>
            <a:ext cx="2633472" cy="155448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25880"/>
            <a:ext cx="263347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60704" y="14630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 to create and export polished student CVs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33472" cy="155448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63347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913632" y="14630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075688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ML-based internship matching by student profile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1325880"/>
            <a:ext cx="2633472" cy="155448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1325880"/>
            <a:ext cx="263347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66560" y="146304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2075688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 for application updates and new listings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73936" y="3063240"/>
            <a:ext cx="2633472" cy="155448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73936" y="3063240"/>
            <a:ext cx="263347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83664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487168" y="3200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83664" y="3813048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between students and recruiters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3063240"/>
            <a:ext cx="2633472" cy="1554480"/>
          </a:xfrm>
          <a:prstGeom prst="rect">
            <a:avLst/>
          </a:prstGeom>
          <a:solidFill>
            <a:srgbClr val="28384F"/>
          </a:solidFill>
          <a:ln w="12700">
            <a:solidFill>
              <a:srgbClr val="384D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3063240"/>
            <a:ext cx="2633472" cy="7315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340096" y="3200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36592" y="3813048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app for on-the-go access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E8523A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548640"/>
            <a:ext cx="2377440" cy="2377440"/>
          </a:xfrm>
          <a:prstGeom prst="ellipse">
            <a:avLst/>
          </a:prstGeom>
          <a:solidFill>
            <a:srgbClr val="D94425">
              <a:alpha val="60000"/>
            </a:srgbClr>
          </a:solidFill>
          <a:ln w="12700">
            <a:solidFill>
              <a:srgbClr val="D9442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474720"/>
            <a:ext cx="1645920" cy="1645920"/>
          </a:xfrm>
          <a:prstGeom prst="ellipse">
            <a:avLst/>
          </a:prstGeom>
          <a:solidFill>
            <a:srgbClr val="D94425">
              <a:alpha val="60000"/>
            </a:srgbClr>
          </a:solidFill>
          <a:ln w="12700">
            <a:solidFill>
              <a:srgbClr val="D94425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" cy="54864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Internship Finder System is a full-stack web platform that bridges the gap between students and local companies — simplifying discovery, applications, and recruitment in one place.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64592" cy="1645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529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internship discovery platform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64992"/>
            <a:ext cx="164592" cy="1645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91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full-stack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03904"/>
            <a:ext cx="164592" cy="1645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307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+ bcrypt authentication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42816"/>
            <a:ext cx="164592" cy="164592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6966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3 user types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13716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6583680" y="3063240"/>
            <a:ext cx="1737360" cy="45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Internship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 System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Node.js  ·  MySQL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Internship Finder System</dc:title>
  <dc:subject>PptxGenJS Presentation</dc:subject>
  <dc:creator>PptxGenJS</dc:creator>
  <cp:lastModifiedBy>PptxGenJS</cp:lastModifiedBy>
  <cp:revision>1</cp:revision>
  <dcterms:created xsi:type="dcterms:W3CDTF">2026-03-09T07:13:55Z</dcterms:created>
  <dcterms:modified xsi:type="dcterms:W3CDTF">2026-03-09T07:13:55Z</dcterms:modified>
</cp:coreProperties>
</file>